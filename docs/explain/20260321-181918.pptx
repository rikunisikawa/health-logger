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開発サイクルレポート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サイクルID: 20260321-181918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完了タスク数: 1件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生成日時: 2026-03-21 18:19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📢 今回の開発サイクルで完了した1件のタスクについて報告します。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274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CCCCC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背景・課題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動作確認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📢 今回取り組んだ課題と目標です。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CCCCC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実装内容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【engineer】サンプルタスク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📢 各ロールが担当した実装内容の一覧です。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CCCCC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（成果物なし）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📢 今回のサイクルで生成されたファイルの一覧です。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274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CCCCC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今後の課題・拡張案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Phase 2: pptx デザイン改善・レビュー承認フローの強化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Phase 3: GitHub Actions への移植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5A84"/>
                </a:solidFill>
              </a:rPr>
              <a:t>• 動画ナレーション原稿の自動生成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263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📢 今後の改善ポイントと拡張計画です。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2743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CCCCC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