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開発サイクルレポート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サイクルID: 20260321-193118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完了タスク数: 3件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生成日時: 2026-03-21 19:31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今回の開発サイクルで完了した3件のタスクについて報告します。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背景・課題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HealthForm 上部に「最終記録からの経過」を示すインジケーターの画面設計書を作成する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docs/design/last-record-indicator.md の設計書に基づき、HealthForm に経過表示インジケーターを実装する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実装された経過表示インジケーターが設計・受け入れ条件を満たしているか確認する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今回取り組んだ課題と目標です。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実装内容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【designer】最終記録経過表示コンポーネントの画面設計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【engineer】最終記録経過表示コンポーネントの実装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【reviewer】最終記録経過表示のレビュー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各ロールが担当した実装内容の一覧です。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docs/design/last-record-indicator.md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frontend/src/components/HealthForm.tsx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docs/qa/task-20260321-002-review.md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今回のサイクルで生成されたファイルの一覧です。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今後の課題・拡張案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Phase 2: pptx デザイン改善・レビュー承認フローの強化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Phase 3: GitHub Actions への移植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動画ナレーション原稿の自動生成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今後の改善ポイントと拡張計画です。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